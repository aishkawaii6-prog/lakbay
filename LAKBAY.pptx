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200F3C9-223F-0C5B-684A-C3036DB53FFA}" name="meca obliga" initials="mo" userId="bcaebf6a904b064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848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5943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417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89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866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873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7014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350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69388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03118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6852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5186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0039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9332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1731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16701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575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7364848-3DED-4715-AF22-29B3089444F2}" type="datetimeFigureOut">
              <a:rPr lang="en-PH" smtClean="0"/>
              <a:t>19/05/2026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FFE70-D912-48C4-9497-04492A674F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884559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843D-1191-7A75-9245-286D1E3E8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117" y="365760"/>
            <a:ext cx="10053765" cy="4123944"/>
          </a:xfrm>
        </p:spPr>
        <p:txBody>
          <a:bodyPr/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LAKBAY CALBAYOG TRAVEL MANAGEMENT SYSTEM</a:t>
            </a:r>
            <a:endParaRPr lang="en-PH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161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1CAB8-4770-F624-8ECD-A4514992A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78FBDD-AA04-C49F-5F56-BA11449828F4}"/>
              </a:ext>
            </a:extLst>
          </p:cNvPr>
          <p:cNvSpPr txBox="1"/>
          <p:nvPr/>
        </p:nvSpPr>
        <p:spPr>
          <a:xfrm>
            <a:off x="1682496" y="795528"/>
            <a:ext cx="2395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Group 9</a:t>
            </a:r>
            <a:endParaRPr lang="en-PH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CBBCF-81BE-C387-01F7-5E81374B1ABE}"/>
              </a:ext>
            </a:extLst>
          </p:cNvPr>
          <p:cNvSpPr txBox="1"/>
          <p:nvPr/>
        </p:nvSpPr>
        <p:spPr>
          <a:xfrm>
            <a:off x="1389888" y="2212848"/>
            <a:ext cx="288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Arial" panose="020B0604020202020204" pitchFamily="34" charset="0"/>
              </a:rPr>
              <a:t>MEMBERS</a:t>
            </a:r>
            <a:r>
              <a:rPr lang="en-US" dirty="0"/>
              <a:t>:</a:t>
            </a:r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747F7E-DC67-7D5E-CA32-C94DC223E02C}"/>
              </a:ext>
            </a:extLst>
          </p:cNvPr>
          <p:cNvSpPr txBox="1"/>
          <p:nvPr/>
        </p:nvSpPr>
        <p:spPr>
          <a:xfrm>
            <a:off x="2282952" y="3118104"/>
            <a:ext cx="551688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Barreto, Vience Francis 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Castillo, Jenuel M.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Fuenteblanca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Arthor L.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Obliga, Meca 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Pueblos,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Jhoncarlo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M.</a:t>
            </a:r>
            <a:endParaRPr lang="en-PH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55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CBAB5-D446-2731-CAA3-C882C1DDDD64}"/>
              </a:ext>
            </a:extLst>
          </p:cNvPr>
          <p:cNvSpPr txBox="1"/>
          <p:nvPr/>
        </p:nvSpPr>
        <p:spPr>
          <a:xfrm>
            <a:off x="1088136" y="777240"/>
            <a:ext cx="2752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PH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77ED9-F161-47AF-C6C5-16DB517F8AC7}"/>
              </a:ext>
            </a:extLst>
          </p:cNvPr>
          <p:cNvSpPr txBox="1"/>
          <p:nvPr/>
        </p:nvSpPr>
        <p:spPr>
          <a:xfrm>
            <a:off x="1887855" y="5586983"/>
            <a:ext cx="8507520" cy="1824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FE92D4C-51ED-6F85-AFA7-B3E88F72B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2359152"/>
            <a:ext cx="9569577" cy="227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A5D7087-F000-9913-3ACC-F0DE12CBF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186" y="1696493"/>
            <a:ext cx="9569577" cy="389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Lakbay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Calbayog Travel Management System is a digital platform that helps improve the travel experience in Calbayog City.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 allows tourists to explore destinations, learn how they were discovered, check ratings, and leave feedback.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also helps local administrators organize and manage tourism services more efficiently.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7FDF79-AF03-2B62-B761-A28484B6F9F2}"/>
              </a:ext>
            </a:extLst>
          </p:cNvPr>
          <p:cNvSpPr txBox="1"/>
          <p:nvPr/>
        </p:nvSpPr>
        <p:spPr>
          <a:xfrm>
            <a:off x="3047238" y="10110337"/>
            <a:ext cx="6094476" cy="359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35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Authentication &amp; Access Control</a:t>
            </a:r>
            <a:endParaRPr lang="en-PH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 Registration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secure, invitation-only signup system specifically created for authorized city tourism staff.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 Secure Login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portal requiring verified credentials to access administrative dashboard controls.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Visitor Access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 easy-to-use access panel allowing tourists to save favorite spots and sync their data.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Visitor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28B23-0FCB-B9DF-21BE-8DB1F952E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9A6422-321D-EE19-36C2-4CF8784A83C4}"/>
              </a:ext>
            </a:extLst>
          </p:cNvPr>
          <p:cNvSpPr txBox="1"/>
          <p:nvPr/>
        </p:nvSpPr>
        <p:spPr>
          <a:xfrm>
            <a:off x="1088136" y="777240"/>
            <a:ext cx="4407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latin typeface="Arial" panose="020B0604020202020204" pitchFamily="34" charset="0"/>
                <a:cs typeface="Arial" panose="020B0604020202020204" pitchFamily="34" charset="0"/>
              </a:rPr>
              <a:t>Authentication &amp; Access Control</a:t>
            </a:r>
          </a:p>
          <a:p>
            <a:endParaRPr lang="en-PH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C78B5-68A0-25B1-10D2-B66AA27BD421}"/>
              </a:ext>
            </a:extLst>
          </p:cNvPr>
          <p:cNvSpPr txBox="1"/>
          <p:nvPr/>
        </p:nvSpPr>
        <p:spPr>
          <a:xfrm>
            <a:off x="1887855" y="5586983"/>
            <a:ext cx="8507520" cy="1824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2B68E72-EF51-2166-D95B-3354C58A0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2359152"/>
            <a:ext cx="9569577" cy="227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2A80DF8-D756-0CD3-E1A4-2A4D455BF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669" y="2131457"/>
            <a:ext cx="7230045" cy="4044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Admin Registration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A secure, invitation-only signup system specifically created for authorized city tourism staff.</a:t>
            </a:r>
          </a:p>
          <a:p>
            <a:pPr lvl="1"/>
            <a:endParaRPr lang="en-P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Admin Secure Login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A portal requiring verified credentials to access administrative dashboard controls.</a:t>
            </a:r>
          </a:p>
          <a:p>
            <a:pPr lvl="1"/>
            <a:endParaRPr lang="en-P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Visitor Access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An easy-to-use access panel allowing tourists to save favorite spots and sync their data.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492D71-5348-732A-BB3F-5798C7FD61AE}"/>
              </a:ext>
            </a:extLst>
          </p:cNvPr>
          <p:cNvSpPr txBox="1"/>
          <p:nvPr/>
        </p:nvSpPr>
        <p:spPr>
          <a:xfrm>
            <a:off x="3047238" y="10110337"/>
            <a:ext cx="6094476" cy="359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35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Authentication &amp; Access Control</a:t>
            </a:r>
            <a:endParaRPr lang="en-PH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 Registration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secure, invitation-only signup system specifically created for authorized city tourism staff.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 Secure Login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portal requiring verified credentials to access administrative dashboard controls.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Visitor Access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 easy-to-use access panel allowing tourists to save favorite spots and sync their data.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Visitor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3A6E4-6B34-17CD-50A4-6344C24C7017}"/>
              </a:ext>
            </a:extLst>
          </p:cNvPr>
          <p:cNvSpPr txBox="1"/>
          <p:nvPr/>
        </p:nvSpPr>
        <p:spPr>
          <a:xfrm>
            <a:off x="7555230" y="669519"/>
            <a:ext cx="257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 FEATURES</a:t>
            </a:r>
            <a:endParaRPr lang="en-PH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643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2EAB-D5DF-DDFE-70B7-FCC0F92FB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1FED21-257B-8075-10D2-715B0391FD15}"/>
              </a:ext>
            </a:extLst>
          </p:cNvPr>
          <p:cNvSpPr txBox="1"/>
          <p:nvPr/>
        </p:nvSpPr>
        <p:spPr>
          <a:xfrm>
            <a:off x="1088136" y="777240"/>
            <a:ext cx="4407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latin typeface="Arial" panose="020B0604020202020204" pitchFamily="34" charset="0"/>
                <a:cs typeface="Arial" panose="020B0604020202020204" pitchFamily="34" charset="0"/>
              </a:rPr>
              <a:t>Admin Dashboard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FCF6AE-6ECE-CEAA-EF6A-60B32B050654}"/>
              </a:ext>
            </a:extLst>
          </p:cNvPr>
          <p:cNvSpPr txBox="1"/>
          <p:nvPr/>
        </p:nvSpPr>
        <p:spPr>
          <a:xfrm>
            <a:off x="1887855" y="5586983"/>
            <a:ext cx="8507520" cy="1824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2F99C13-2488-C0D2-35B3-742C3629B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2359152"/>
            <a:ext cx="9569577" cy="227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2CF90CB-867D-7B78-5705-BCAC8F8E8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669" y="1192739"/>
            <a:ext cx="7707819" cy="5921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 Analytics Dashboard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A visual control panel tracking key metrics like total visitor traffic, overall rating averages, and newly submitted feedback.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P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Tourist Spot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A system module to add, edit, or remove listings for local attractions, beaches, waterfalls, and cultural landmarks.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P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Historical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A dedicated database field to document and preserve the rich history and cultural heritage of each specific location.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P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Discovery Narrative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A text entry system used to input and publish stories, legends, or factual timelines regarding how the spot was originally discovered.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P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Feedback &amp; Rating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A tracking board allowing administrators to review, manage, and respond to incoming user ratings and comments.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9FBCC9-1CD0-F7D7-C9C9-39BAE63764AE}"/>
              </a:ext>
            </a:extLst>
          </p:cNvPr>
          <p:cNvSpPr txBox="1"/>
          <p:nvPr/>
        </p:nvSpPr>
        <p:spPr>
          <a:xfrm>
            <a:off x="3047238" y="10110337"/>
            <a:ext cx="6094476" cy="359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35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Authentication &amp; Access Control</a:t>
            </a:r>
            <a:endParaRPr lang="en-PH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 Registration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secure, invitation-only signup system specifically created for authorized city tourism staff.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 Secure Login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portal requiring verified credentials to access administrative dashboard controls.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Visitor Access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 easy-to-use access panel allowing tourists to save favorite spots and sync their data.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Visitor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63D7B-E8CF-CBAC-589F-CDE95A4F6179}"/>
              </a:ext>
            </a:extLst>
          </p:cNvPr>
          <p:cNvSpPr txBox="1"/>
          <p:nvPr/>
        </p:nvSpPr>
        <p:spPr>
          <a:xfrm>
            <a:off x="7555230" y="669519"/>
            <a:ext cx="257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 FEATURES</a:t>
            </a:r>
            <a:endParaRPr lang="en-PH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82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73A0-7314-3A21-16E1-11BFC26D9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A57FF4-FA6B-0F03-3E4F-E78133215D29}"/>
              </a:ext>
            </a:extLst>
          </p:cNvPr>
          <p:cNvSpPr txBox="1"/>
          <p:nvPr/>
        </p:nvSpPr>
        <p:spPr>
          <a:xfrm>
            <a:off x="1088136" y="777240"/>
            <a:ext cx="4407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latin typeface="Arial" panose="020B0604020202020204" pitchFamily="34" charset="0"/>
                <a:cs typeface="Arial" panose="020B0604020202020204" pitchFamily="34" charset="0"/>
              </a:rPr>
              <a:t>Visitor Experience &amp; Interaction</a:t>
            </a:r>
            <a:endParaRPr lang="en-PH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PH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154066-7B6A-71AD-D8DB-B3573B46B96C}"/>
              </a:ext>
            </a:extLst>
          </p:cNvPr>
          <p:cNvSpPr txBox="1"/>
          <p:nvPr/>
        </p:nvSpPr>
        <p:spPr>
          <a:xfrm>
            <a:off x="1887855" y="5586983"/>
            <a:ext cx="8507520" cy="1824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5AA4D5C-E7F6-2A4F-34C9-61EE58B14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2359152"/>
            <a:ext cx="9569577" cy="227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3D71C30-72EF-AEA6-26A0-43407937E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7705" y="1764682"/>
            <a:ext cx="7707819" cy="5275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Destination Directory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A comprehensive, searchable catalog displaying all active tourist spots in Calbayog City.</a:t>
            </a:r>
          </a:p>
          <a:p>
            <a:pPr lvl="1"/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Deep-Dive Place Profiles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An interactive detail page displaying a spot's images, historical facts, and its unique discovery story.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P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Star-Ratings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An interaction feature enabling users to score their visited destinations using a 1-to-5 star metric.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P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Feedback Submission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A comment submission form where tourists can type out their personal reviews, reviews, and travel tips.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45876-89EC-C4C3-7D78-7392D8E2DC8A}"/>
              </a:ext>
            </a:extLst>
          </p:cNvPr>
          <p:cNvSpPr txBox="1"/>
          <p:nvPr/>
        </p:nvSpPr>
        <p:spPr>
          <a:xfrm>
            <a:off x="3047238" y="10110337"/>
            <a:ext cx="6094476" cy="359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35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Authentication &amp; Access Control</a:t>
            </a:r>
            <a:endParaRPr lang="en-PH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 Registration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secure, invitation-only signup system specifically created for authorized city tourism staff.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 Secure Login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portal requiring verified credentials to access administrative dashboard controls.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Visitor Access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 easy-to-use access panel allowing tourists to save favorite spots and sync their data.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Visitor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550B5-655E-4989-D3A2-33EB72127A6F}"/>
              </a:ext>
            </a:extLst>
          </p:cNvPr>
          <p:cNvSpPr txBox="1"/>
          <p:nvPr/>
        </p:nvSpPr>
        <p:spPr>
          <a:xfrm>
            <a:off x="7555230" y="669519"/>
            <a:ext cx="257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 FEATURES</a:t>
            </a:r>
            <a:endParaRPr lang="en-PH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417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B97E-9077-1D29-C651-CA56DB58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AFBB76-4FB1-9AC2-1BA7-29628E6F3050}"/>
              </a:ext>
            </a:extLst>
          </p:cNvPr>
          <p:cNvSpPr txBox="1"/>
          <p:nvPr/>
        </p:nvSpPr>
        <p:spPr>
          <a:xfrm>
            <a:off x="1088136" y="777240"/>
            <a:ext cx="2221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endParaRPr lang="en-PH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2A9B0-93DC-D990-6D84-21AB2FFD7388}"/>
              </a:ext>
            </a:extLst>
          </p:cNvPr>
          <p:cNvSpPr txBox="1"/>
          <p:nvPr/>
        </p:nvSpPr>
        <p:spPr>
          <a:xfrm>
            <a:off x="1887855" y="5586983"/>
            <a:ext cx="8507520" cy="1824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FDD808E-3CA1-C6B8-C522-AB23D854D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2359152"/>
            <a:ext cx="9569577" cy="227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98CE714-61D6-6689-FAC5-D9495C187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7705" y="2288460"/>
            <a:ext cx="770781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PH" sz="2000" dirty="0"/>
              <a:t>oogle Maps Integration</a:t>
            </a:r>
            <a:endParaRPr lang="en-P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Uses the Google Maps API to embed a dynamic, responsive map displaying custom marker pins for all registered Calbayog tourist destinations.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D5F9D2-A374-DD4B-0221-B406757C78F4}"/>
              </a:ext>
            </a:extLst>
          </p:cNvPr>
          <p:cNvSpPr txBox="1"/>
          <p:nvPr/>
        </p:nvSpPr>
        <p:spPr>
          <a:xfrm>
            <a:off x="3047238" y="10110337"/>
            <a:ext cx="6094476" cy="359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35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Authentication &amp; Access Control</a:t>
            </a:r>
            <a:endParaRPr lang="en-PH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 Registration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secure, invitation-only signup system specifically created for authorized city tourism staff.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 Secure Login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portal requiring verified credentials to access administrative dashboard controls.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Name: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Visitor Access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 easy-to-use access panel allowing tourists to save favorite spots and sync their data.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H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lang="en-PH" sz="1200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Visitor</a:t>
            </a:r>
            <a:endParaRPr lang="en-PH" sz="1100" kern="10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D29F78-126C-4D80-F274-1F2C091C2F62}"/>
              </a:ext>
            </a:extLst>
          </p:cNvPr>
          <p:cNvSpPr txBox="1"/>
          <p:nvPr/>
        </p:nvSpPr>
        <p:spPr>
          <a:xfrm>
            <a:off x="7555230" y="669519"/>
            <a:ext cx="257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 FEATURES</a:t>
            </a:r>
            <a:endParaRPr lang="en-PH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17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3818CD-745A-11CC-E7C5-E2BA1809D529}"/>
              </a:ext>
            </a:extLst>
          </p:cNvPr>
          <p:cNvSpPr txBox="1"/>
          <p:nvPr/>
        </p:nvSpPr>
        <p:spPr>
          <a:xfrm>
            <a:off x="4142232" y="2688336"/>
            <a:ext cx="4261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en-PH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4370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163</TotalTime>
  <Words>756</Words>
  <Application>Microsoft Office PowerPoint</Application>
  <PresentationFormat>Widescreen</PresentationFormat>
  <Paragraphs>104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Courier New</vt:lpstr>
      <vt:lpstr>Symbol</vt:lpstr>
      <vt:lpstr>Wingdings 3</vt:lpstr>
      <vt:lpstr>Ion</vt:lpstr>
      <vt:lpstr>LAKBAY CALBAYOG TRAVEL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meca obliga</dc:creator>
  <cp:lastModifiedBy>meca obliga</cp:lastModifiedBy>
  <cp:revision>5</cp:revision>
  <dcterms:created xsi:type="dcterms:W3CDTF">2026-05-18T13:42:02Z</dcterms:created>
  <dcterms:modified xsi:type="dcterms:W3CDTF">2026-05-18T23:48:58Z</dcterms:modified>
</cp:coreProperties>
</file>